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>
            <a:off x="4656455" y="1989455"/>
            <a:ext cx="2880000" cy="2880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4535" h="4535">
                <a:moveTo>
                  <a:pt x="2750" y="1470"/>
                </a:moveTo>
                <a:cubicBezTo>
                  <a:pt x="2612" y="1470"/>
                  <a:pt x="2499" y="1582"/>
                  <a:pt x="2499" y="1720"/>
                </a:cubicBezTo>
                <a:cubicBezTo>
                  <a:pt x="2499" y="1733"/>
                  <a:pt x="2500" y="1746"/>
                  <a:pt x="2502" y="1758"/>
                </a:cubicBezTo>
                <a:lnTo>
                  <a:pt x="2502" y="1761"/>
                </a:lnTo>
                <a:lnTo>
                  <a:pt x="2502" y="2796"/>
                </a:lnTo>
                <a:lnTo>
                  <a:pt x="2502" y="2805"/>
                </a:lnTo>
                <a:cubicBezTo>
                  <a:pt x="2502" y="2809"/>
                  <a:pt x="2501" y="2813"/>
                  <a:pt x="2501" y="2817"/>
                </a:cubicBezTo>
                <a:cubicBezTo>
                  <a:pt x="2501" y="2956"/>
                  <a:pt x="2614" y="3067"/>
                  <a:pt x="2752" y="3067"/>
                </a:cubicBezTo>
                <a:cubicBezTo>
                  <a:pt x="2891" y="3067"/>
                  <a:pt x="3002" y="2956"/>
                  <a:pt x="3002" y="2817"/>
                </a:cubicBezTo>
                <a:lnTo>
                  <a:pt x="3002" y="2813"/>
                </a:lnTo>
                <a:lnTo>
                  <a:pt x="3002" y="1721"/>
                </a:lnTo>
                <a:lnTo>
                  <a:pt x="3000" y="1721"/>
                </a:lnTo>
                <a:lnTo>
                  <a:pt x="3000" y="1720"/>
                </a:lnTo>
                <a:cubicBezTo>
                  <a:pt x="3000" y="1582"/>
                  <a:pt x="2888" y="1470"/>
                  <a:pt x="2750" y="1470"/>
                </a:cubicBezTo>
                <a:close/>
                <a:moveTo>
                  <a:pt x="1782" y="1470"/>
                </a:moveTo>
                <a:cubicBezTo>
                  <a:pt x="1644" y="1470"/>
                  <a:pt x="1532" y="1582"/>
                  <a:pt x="1532" y="1720"/>
                </a:cubicBezTo>
                <a:cubicBezTo>
                  <a:pt x="1532" y="1733"/>
                  <a:pt x="1533" y="1746"/>
                  <a:pt x="1535" y="1758"/>
                </a:cubicBezTo>
                <a:lnTo>
                  <a:pt x="1536" y="1761"/>
                </a:lnTo>
                <a:lnTo>
                  <a:pt x="1536" y="2796"/>
                </a:lnTo>
                <a:lnTo>
                  <a:pt x="1535" y="2805"/>
                </a:lnTo>
                <a:cubicBezTo>
                  <a:pt x="1535" y="2809"/>
                  <a:pt x="1535" y="2813"/>
                  <a:pt x="1535" y="2817"/>
                </a:cubicBezTo>
                <a:cubicBezTo>
                  <a:pt x="1535" y="2956"/>
                  <a:pt x="1646" y="3067"/>
                  <a:pt x="1785" y="3067"/>
                </a:cubicBezTo>
                <a:cubicBezTo>
                  <a:pt x="1923" y="3067"/>
                  <a:pt x="2035" y="2956"/>
                  <a:pt x="2035" y="2817"/>
                </a:cubicBezTo>
                <a:lnTo>
                  <a:pt x="2034" y="2813"/>
                </a:lnTo>
                <a:lnTo>
                  <a:pt x="2034" y="1721"/>
                </a:lnTo>
                <a:lnTo>
                  <a:pt x="2032" y="1721"/>
                </a:lnTo>
                <a:lnTo>
                  <a:pt x="2032" y="1720"/>
                </a:lnTo>
                <a:cubicBezTo>
                  <a:pt x="2032" y="1582"/>
                  <a:pt x="1920" y="1470"/>
                  <a:pt x="1782" y="1470"/>
                </a:cubicBezTo>
                <a:close/>
                <a:moveTo>
                  <a:pt x="2268" y="0"/>
                </a:moveTo>
                <a:cubicBezTo>
                  <a:pt x="3520" y="0"/>
                  <a:pt x="4535" y="1015"/>
                  <a:pt x="4535" y="2268"/>
                </a:cubicBezTo>
                <a:cubicBezTo>
                  <a:pt x="4535" y="3520"/>
                  <a:pt x="3520" y="4535"/>
                  <a:pt x="2268" y="4535"/>
                </a:cubicBezTo>
                <a:cubicBezTo>
                  <a:pt x="1015" y="4535"/>
                  <a:pt x="0" y="3520"/>
                  <a:pt x="0" y="2268"/>
                </a:cubicBezTo>
                <a:cubicBezTo>
                  <a:pt x="0" y="1015"/>
                  <a:pt x="1015" y="0"/>
                  <a:pt x="2268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WPS_1689317979</cp:lastModifiedBy>
  <cp:revision>3</cp:revision>
  <dcterms:created xsi:type="dcterms:W3CDTF">2023-08-09T12:44:00Z</dcterms:created>
  <dcterms:modified xsi:type="dcterms:W3CDTF">2025-08-15T04:05:48Z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