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7999710" cy="17999710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E9FE"/>
    <a:srgbClr val="EEE0FF"/>
    <a:srgbClr val="EDEBFD"/>
    <a:srgbClr val="ECEFFA"/>
    <a:srgbClr val="A349FF"/>
    <a:srgbClr val="95AEFF"/>
    <a:srgbClr val="DFC3FC"/>
    <a:srgbClr val="A34AFF"/>
    <a:srgbClr val="E0C3FC"/>
    <a:srgbClr val="A34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250000" y="2945835"/>
            <a:ext cx="13500000" cy="6266667"/>
          </a:xfrm>
        </p:spPr>
        <p:txBody>
          <a:bodyPr anchor="b"/>
          <a:lstStyle>
            <a:lvl1pPr algn="ctr">
              <a:defRPr sz="1181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250000" y="9454167"/>
            <a:ext cx="13500000" cy="4345833"/>
          </a:xfrm>
        </p:spPr>
        <p:txBody>
          <a:bodyPr/>
          <a:lstStyle>
            <a:lvl1pPr marL="0" indent="0" algn="ctr">
              <a:buNone/>
              <a:defRPr sz="4725"/>
            </a:lvl1pPr>
            <a:lvl2pPr marL="899795" indent="0" algn="ctr">
              <a:buNone/>
              <a:defRPr sz="3935"/>
            </a:lvl2pPr>
            <a:lvl3pPr marL="1800225" indent="0" algn="ctr">
              <a:buNone/>
              <a:defRPr sz="3545"/>
            </a:lvl3pPr>
            <a:lvl4pPr marL="2700020" indent="0" algn="ctr">
              <a:buNone/>
              <a:defRPr sz="3150"/>
            </a:lvl4pPr>
            <a:lvl5pPr marL="3599815" indent="0" algn="ctr">
              <a:buNone/>
              <a:defRPr sz="3150"/>
            </a:lvl5pPr>
            <a:lvl6pPr marL="4500245" indent="0" algn="ctr">
              <a:buNone/>
              <a:defRPr sz="3150"/>
            </a:lvl6pPr>
            <a:lvl7pPr marL="5400040" indent="0" algn="ctr">
              <a:buNone/>
              <a:defRPr sz="3150"/>
            </a:lvl7pPr>
            <a:lvl8pPr marL="6299835" indent="0" algn="ctr">
              <a:buNone/>
              <a:defRPr sz="3150"/>
            </a:lvl8pPr>
            <a:lvl9pPr marL="7200265" indent="0" algn="ctr">
              <a:buNone/>
              <a:defRPr sz="315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28126" y="4487502"/>
            <a:ext cx="15525000" cy="7487498"/>
          </a:xfrm>
        </p:spPr>
        <p:txBody>
          <a:bodyPr anchor="b"/>
          <a:lstStyle>
            <a:lvl1pPr>
              <a:defRPr sz="1181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28126" y="12045835"/>
            <a:ext cx="15525000" cy="3937498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>
                    <a:tint val="75000"/>
                  </a:schemeClr>
                </a:solidFill>
              </a:defRPr>
            </a:lvl1pPr>
            <a:lvl2pPr marL="899795" indent="0">
              <a:buNone/>
              <a:defRPr sz="3935">
                <a:solidFill>
                  <a:schemeClr val="tx1">
                    <a:tint val="75000"/>
                  </a:schemeClr>
                </a:solidFill>
              </a:defRPr>
            </a:lvl2pPr>
            <a:lvl3pPr marL="1800225" indent="0">
              <a:buNone/>
              <a:defRPr sz="3545">
                <a:solidFill>
                  <a:schemeClr val="tx1">
                    <a:tint val="75000"/>
                  </a:schemeClr>
                </a:solidFill>
              </a:defRPr>
            </a:lvl3pPr>
            <a:lvl4pPr marL="270002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4pPr>
            <a:lvl5pPr marL="3599815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5pPr>
            <a:lvl6pPr marL="4500245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6pPr>
            <a:lvl7pPr marL="540004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7pPr>
            <a:lvl8pPr marL="6299835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8pPr>
            <a:lvl9pPr marL="7200265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37500" y="4791667"/>
            <a:ext cx="7650000" cy="1142083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112500" y="4791667"/>
            <a:ext cx="7650000" cy="1142083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39845" y="958333"/>
            <a:ext cx="15525000" cy="347916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39845" y="4412502"/>
            <a:ext cx="7614843" cy="216249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899795" indent="0">
              <a:buNone/>
              <a:defRPr sz="3935" b="1"/>
            </a:lvl2pPr>
            <a:lvl3pPr marL="1800225" indent="0">
              <a:buNone/>
              <a:defRPr sz="3545" b="1"/>
            </a:lvl3pPr>
            <a:lvl4pPr marL="2700020" indent="0">
              <a:buNone/>
              <a:defRPr sz="3150" b="1"/>
            </a:lvl4pPr>
            <a:lvl5pPr marL="3599815" indent="0">
              <a:buNone/>
              <a:defRPr sz="3150" b="1"/>
            </a:lvl5pPr>
            <a:lvl6pPr marL="4500245" indent="0">
              <a:buNone/>
              <a:defRPr sz="3150" b="1"/>
            </a:lvl6pPr>
            <a:lvl7pPr marL="5400040" indent="0">
              <a:buNone/>
              <a:defRPr sz="3150" b="1"/>
            </a:lvl7pPr>
            <a:lvl8pPr marL="6299835" indent="0">
              <a:buNone/>
              <a:defRPr sz="3150" b="1"/>
            </a:lvl8pPr>
            <a:lvl9pPr marL="7200265" indent="0">
              <a:buNone/>
              <a:defRPr sz="315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239845" y="6575000"/>
            <a:ext cx="7614843" cy="967083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9112500" y="4412502"/>
            <a:ext cx="7652345" cy="216249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899795" indent="0">
              <a:buNone/>
              <a:defRPr sz="3935" b="1"/>
            </a:lvl2pPr>
            <a:lvl3pPr marL="1800225" indent="0">
              <a:buNone/>
              <a:defRPr sz="3545" b="1"/>
            </a:lvl3pPr>
            <a:lvl4pPr marL="2700020" indent="0">
              <a:buNone/>
              <a:defRPr sz="3150" b="1"/>
            </a:lvl4pPr>
            <a:lvl5pPr marL="3599815" indent="0">
              <a:buNone/>
              <a:defRPr sz="3150" b="1"/>
            </a:lvl5pPr>
            <a:lvl6pPr marL="4500245" indent="0">
              <a:buNone/>
              <a:defRPr sz="3150" b="1"/>
            </a:lvl6pPr>
            <a:lvl7pPr marL="5400040" indent="0">
              <a:buNone/>
              <a:defRPr sz="3150" b="1"/>
            </a:lvl7pPr>
            <a:lvl8pPr marL="6299835" indent="0">
              <a:buNone/>
              <a:defRPr sz="3150" b="1"/>
            </a:lvl8pPr>
            <a:lvl9pPr marL="7200265" indent="0">
              <a:buNone/>
              <a:defRPr sz="315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9112500" y="6575000"/>
            <a:ext cx="7652345" cy="967083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39845" y="1200000"/>
            <a:ext cx="5805469" cy="4200000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52345" y="2591667"/>
            <a:ext cx="9112500" cy="12791667"/>
          </a:xfrm>
        </p:spPr>
        <p:txBody>
          <a:bodyPr/>
          <a:lstStyle>
            <a:lvl1pPr>
              <a:defRPr sz="6300"/>
            </a:lvl1pPr>
            <a:lvl2pPr>
              <a:defRPr sz="5510"/>
            </a:lvl2pPr>
            <a:lvl3pPr>
              <a:defRPr sz="4725"/>
            </a:lvl3pPr>
            <a:lvl4pPr>
              <a:defRPr sz="3935"/>
            </a:lvl4pPr>
            <a:lvl5pPr>
              <a:defRPr sz="3935"/>
            </a:lvl5pPr>
            <a:lvl6pPr>
              <a:defRPr sz="3935"/>
            </a:lvl6pPr>
            <a:lvl7pPr>
              <a:defRPr sz="3935"/>
            </a:lvl7pPr>
            <a:lvl8pPr>
              <a:defRPr sz="3935"/>
            </a:lvl8pPr>
            <a:lvl9pPr>
              <a:defRPr sz="393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39845" y="5400000"/>
            <a:ext cx="5805469" cy="10004167"/>
          </a:xfrm>
        </p:spPr>
        <p:txBody>
          <a:bodyPr/>
          <a:lstStyle>
            <a:lvl1pPr marL="0" indent="0">
              <a:buNone/>
              <a:defRPr sz="3150"/>
            </a:lvl1pPr>
            <a:lvl2pPr marL="899795" indent="0">
              <a:buNone/>
              <a:defRPr sz="2755"/>
            </a:lvl2pPr>
            <a:lvl3pPr marL="1800225" indent="0">
              <a:buNone/>
              <a:defRPr sz="2360"/>
            </a:lvl3pPr>
            <a:lvl4pPr marL="2700020" indent="0">
              <a:buNone/>
              <a:defRPr sz="1970"/>
            </a:lvl4pPr>
            <a:lvl5pPr marL="3599815" indent="0">
              <a:buNone/>
              <a:defRPr sz="1970"/>
            </a:lvl5pPr>
            <a:lvl6pPr marL="4500245" indent="0">
              <a:buNone/>
              <a:defRPr sz="1970"/>
            </a:lvl6pPr>
            <a:lvl7pPr marL="5400040" indent="0">
              <a:buNone/>
              <a:defRPr sz="1970"/>
            </a:lvl7pPr>
            <a:lvl8pPr marL="6299835" indent="0">
              <a:buNone/>
              <a:defRPr sz="1970"/>
            </a:lvl8pPr>
            <a:lvl9pPr marL="7200265" indent="0">
              <a:buNone/>
              <a:defRPr sz="197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39845" y="1200000"/>
            <a:ext cx="5805469" cy="4200000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652345" y="2591667"/>
            <a:ext cx="9112500" cy="12791667"/>
          </a:xfrm>
        </p:spPr>
        <p:txBody>
          <a:bodyPr/>
          <a:lstStyle>
            <a:lvl1pPr marL="0" indent="0">
              <a:buNone/>
              <a:defRPr sz="6300"/>
            </a:lvl1pPr>
            <a:lvl2pPr marL="899795" indent="0">
              <a:buNone/>
              <a:defRPr sz="5510"/>
            </a:lvl2pPr>
            <a:lvl3pPr marL="1800225" indent="0">
              <a:buNone/>
              <a:defRPr sz="4725"/>
            </a:lvl3pPr>
            <a:lvl4pPr marL="2700020" indent="0">
              <a:buNone/>
              <a:defRPr sz="3935"/>
            </a:lvl4pPr>
            <a:lvl5pPr marL="3599815" indent="0">
              <a:buNone/>
              <a:defRPr sz="3935"/>
            </a:lvl5pPr>
            <a:lvl6pPr marL="4500245" indent="0">
              <a:buNone/>
              <a:defRPr sz="3935"/>
            </a:lvl6pPr>
            <a:lvl7pPr marL="5400040" indent="0">
              <a:buNone/>
              <a:defRPr sz="3935"/>
            </a:lvl7pPr>
            <a:lvl8pPr marL="6299835" indent="0">
              <a:buNone/>
              <a:defRPr sz="3935"/>
            </a:lvl8pPr>
            <a:lvl9pPr marL="7200265" indent="0">
              <a:buNone/>
              <a:defRPr sz="393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39845" y="5400000"/>
            <a:ext cx="5805469" cy="10004167"/>
          </a:xfrm>
        </p:spPr>
        <p:txBody>
          <a:bodyPr/>
          <a:lstStyle>
            <a:lvl1pPr marL="0" indent="0">
              <a:buNone/>
              <a:defRPr sz="3150"/>
            </a:lvl1pPr>
            <a:lvl2pPr marL="899795" indent="0">
              <a:buNone/>
              <a:defRPr sz="2755"/>
            </a:lvl2pPr>
            <a:lvl3pPr marL="1800225" indent="0">
              <a:buNone/>
              <a:defRPr sz="2360"/>
            </a:lvl3pPr>
            <a:lvl4pPr marL="2700020" indent="0">
              <a:buNone/>
              <a:defRPr sz="1970"/>
            </a:lvl4pPr>
            <a:lvl5pPr marL="3599815" indent="0">
              <a:buNone/>
              <a:defRPr sz="1970"/>
            </a:lvl5pPr>
            <a:lvl6pPr marL="4500245" indent="0">
              <a:buNone/>
              <a:defRPr sz="1970"/>
            </a:lvl6pPr>
            <a:lvl7pPr marL="5400040" indent="0">
              <a:buNone/>
              <a:defRPr sz="1970"/>
            </a:lvl7pPr>
            <a:lvl8pPr marL="6299835" indent="0">
              <a:buNone/>
              <a:defRPr sz="1970"/>
            </a:lvl8pPr>
            <a:lvl9pPr marL="7200265" indent="0">
              <a:buNone/>
              <a:defRPr sz="197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2881250" y="958333"/>
            <a:ext cx="3881250" cy="1525416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37500" y="958333"/>
            <a:ext cx="11418750" cy="1525416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37500" y="958333"/>
            <a:ext cx="15525000" cy="34791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37500" y="4791667"/>
            <a:ext cx="15525000" cy="11420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237500" y="16683333"/>
            <a:ext cx="4050000" cy="958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962500" y="16683333"/>
            <a:ext cx="6075000" cy="958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2712500" y="16683333"/>
            <a:ext cx="4050000" cy="958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800225" rtl="0" eaLnBrk="1" latinLnBrk="0" hangingPunct="1">
        <a:lnSpc>
          <a:spcPct val="90000"/>
        </a:lnSpc>
        <a:spcBef>
          <a:spcPct val="0"/>
        </a:spcBef>
        <a:buNone/>
        <a:defRPr sz="86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215" indent="-450215" algn="l" defTabSz="1800225" rtl="0" eaLnBrk="1" latinLnBrk="0" hangingPunct="1">
        <a:lnSpc>
          <a:spcPct val="90000"/>
        </a:lnSpc>
        <a:spcBef>
          <a:spcPts val="1970"/>
        </a:spcBef>
        <a:buFont typeface="Arial" panose="020B0604020202020204" pitchFamily="34" charset="0"/>
        <a:buChar char="•"/>
        <a:defRPr sz="5510" kern="1200">
          <a:solidFill>
            <a:schemeClr val="tx1"/>
          </a:solidFill>
          <a:latin typeface="+mn-lt"/>
          <a:ea typeface="+mn-ea"/>
          <a:cs typeface="+mn-cs"/>
        </a:defRPr>
      </a:lvl1pPr>
      <a:lvl2pPr marL="1350010" indent="-450215" algn="l" defTabSz="1800225" rtl="0" eaLnBrk="1" latinLnBrk="0" hangingPunct="1">
        <a:lnSpc>
          <a:spcPct val="90000"/>
        </a:lnSpc>
        <a:spcBef>
          <a:spcPts val="985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49805" indent="-450215" algn="l" defTabSz="1800225" rtl="0" eaLnBrk="1" latinLnBrk="0" hangingPunct="1">
        <a:lnSpc>
          <a:spcPct val="90000"/>
        </a:lnSpc>
        <a:spcBef>
          <a:spcPts val="985"/>
        </a:spcBef>
        <a:buFont typeface="Arial" panose="020B0604020202020204" pitchFamily="34" charset="0"/>
        <a:buChar char="•"/>
        <a:defRPr sz="3935" kern="1200">
          <a:solidFill>
            <a:schemeClr val="tx1"/>
          </a:solidFill>
          <a:latin typeface="+mn-lt"/>
          <a:ea typeface="+mn-ea"/>
          <a:cs typeface="+mn-cs"/>
        </a:defRPr>
      </a:lvl3pPr>
      <a:lvl4pPr marL="3150235" indent="-450215" algn="l" defTabSz="1800225" rtl="0" eaLnBrk="1" latinLnBrk="0" hangingPunct="1">
        <a:lnSpc>
          <a:spcPct val="90000"/>
        </a:lnSpc>
        <a:spcBef>
          <a:spcPts val="985"/>
        </a:spcBef>
        <a:buFont typeface="Arial" panose="020B0604020202020204" pitchFamily="34" charset="0"/>
        <a:buChar char="•"/>
        <a:defRPr sz="3545" kern="1200">
          <a:solidFill>
            <a:schemeClr val="tx1"/>
          </a:solidFill>
          <a:latin typeface="+mn-lt"/>
          <a:ea typeface="+mn-ea"/>
          <a:cs typeface="+mn-cs"/>
        </a:defRPr>
      </a:lvl4pPr>
      <a:lvl5pPr marL="4050030" indent="-450215" algn="l" defTabSz="1800225" rtl="0" eaLnBrk="1" latinLnBrk="0" hangingPunct="1">
        <a:lnSpc>
          <a:spcPct val="90000"/>
        </a:lnSpc>
        <a:spcBef>
          <a:spcPts val="985"/>
        </a:spcBef>
        <a:buFont typeface="Arial" panose="020B0604020202020204" pitchFamily="34" charset="0"/>
        <a:buChar char="•"/>
        <a:defRPr sz="3545" kern="1200">
          <a:solidFill>
            <a:schemeClr val="tx1"/>
          </a:solidFill>
          <a:latin typeface="+mn-lt"/>
          <a:ea typeface="+mn-ea"/>
          <a:cs typeface="+mn-cs"/>
        </a:defRPr>
      </a:lvl5pPr>
      <a:lvl6pPr marL="4949825" indent="-450215" algn="l" defTabSz="1800225" rtl="0" eaLnBrk="1" latinLnBrk="0" hangingPunct="1">
        <a:lnSpc>
          <a:spcPct val="90000"/>
        </a:lnSpc>
        <a:spcBef>
          <a:spcPts val="985"/>
        </a:spcBef>
        <a:buFont typeface="Arial" panose="020B0604020202020204" pitchFamily="34" charset="0"/>
        <a:buChar char="•"/>
        <a:defRPr sz="3545" kern="1200">
          <a:solidFill>
            <a:schemeClr val="tx1"/>
          </a:solidFill>
          <a:latin typeface="+mn-lt"/>
          <a:ea typeface="+mn-ea"/>
          <a:cs typeface="+mn-cs"/>
        </a:defRPr>
      </a:lvl6pPr>
      <a:lvl7pPr marL="5850255" indent="-450215" algn="l" defTabSz="1800225" rtl="0" eaLnBrk="1" latinLnBrk="0" hangingPunct="1">
        <a:lnSpc>
          <a:spcPct val="90000"/>
        </a:lnSpc>
        <a:spcBef>
          <a:spcPts val="985"/>
        </a:spcBef>
        <a:buFont typeface="Arial" panose="020B0604020202020204" pitchFamily="34" charset="0"/>
        <a:buChar char="•"/>
        <a:defRPr sz="3545" kern="1200">
          <a:solidFill>
            <a:schemeClr val="tx1"/>
          </a:solidFill>
          <a:latin typeface="+mn-lt"/>
          <a:ea typeface="+mn-ea"/>
          <a:cs typeface="+mn-cs"/>
        </a:defRPr>
      </a:lvl7pPr>
      <a:lvl8pPr marL="6750050" indent="-450215" algn="l" defTabSz="1800225" rtl="0" eaLnBrk="1" latinLnBrk="0" hangingPunct="1">
        <a:lnSpc>
          <a:spcPct val="90000"/>
        </a:lnSpc>
        <a:spcBef>
          <a:spcPts val="985"/>
        </a:spcBef>
        <a:buFont typeface="Arial" panose="020B0604020202020204" pitchFamily="34" charset="0"/>
        <a:buChar char="•"/>
        <a:defRPr sz="3545" kern="1200">
          <a:solidFill>
            <a:schemeClr val="tx1"/>
          </a:solidFill>
          <a:latin typeface="+mn-lt"/>
          <a:ea typeface="+mn-ea"/>
          <a:cs typeface="+mn-cs"/>
        </a:defRPr>
      </a:lvl8pPr>
      <a:lvl9pPr marL="7649845" indent="-450215" algn="l" defTabSz="1800225" rtl="0" eaLnBrk="1" latinLnBrk="0" hangingPunct="1">
        <a:lnSpc>
          <a:spcPct val="90000"/>
        </a:lnSpc>
        <a:spcBef>
          <a:spcPts val="985"/>
        </a:spcBef>
        <a:buFont typeface="Arial" panose="020B0604020202020204" pitchFamily="34" charset="0"/>
        <a:buChar char="•"/>
        <a:defRPr sz="35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00225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1pPr>
      <a:lvl2pPr marL="899795" algn="l" defTabSz="1800225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2pPr>
      <a:lvl3pPr marL="1800225" algn="l" defTabSz="1800225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3pPr>
      <a:lvl4pPr marL="2700020" algn="l" defTabSz="1800225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4pPr>
      <a:lvl5pPr marL="3599815" algn="l" defTabSz="1800225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5pPr>
      <a:lvl6pPr marL="4500245" algn="l" defTabSz="1800225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6pPr>
      <a:lvl7pPr marL="5400040" algn="l" defTabSz="1800225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7pPr>
      <a:lvl8pPr marL="6299835" algn="l" defTabSz="1800225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8pPr>
      <a:lvl9pPr marL="7200265" algn="l" defTabSz="1800225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椭圆 6"/>
          <p:cNvSpPr>
            <a:spLocks noChangeAspect="1"/>
          </p:cNvSpPr>
          <p:nvPr/>
        </p:nvSpPr>
        <p:spPr>
          <a:xfrm>
            <a:off x="6299821" y="6299821"/>
            <a:ext cx="5400000" cy="5400000"/>
          </a:xfrm>
          <a:prstGeom prst="ellipse">
            <a:avLst/>
          </a:prstGeom>
          <a:noFill/>
          <a:ln w="609600">
            <a:solidFill>
              <a:srgbClr val="F0E9F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WPS_1689317979</cp:lastModifiedBy>
  <cp:revision>20</cp:revision>
  <dcterms:created xsi:type="dcterms:W3CDTF">2023-08-09T12:44:00Z</dcterms:created>
  <dcterms:modified xsi:type="dcterms:W3CDTF">2026-01-25T04:11:09Z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2052-12.1.0.18912</vt:lpwstr>
  </property>
</Properties>
</file>